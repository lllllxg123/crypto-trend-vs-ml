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大家好。我们做了两个加密货币策略的回测。一个是把 2025 年一篇论文的规则原样搬过来，另一个是用机器学习让模型自己找规律。另外我们还把论文的参数调了一版，看看调出来的漂亮曲线到底靠不靠谱。所有回测都在开源软件 Freqtrade 里跑。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先说说数字货币和股票有什么不一样。第一是波动大，比特币一年的波动率有 63%，差不多是沪深 300 的 3.4 倍。第二是跌起来很深，比特币最多跌掉过 77%。第三是大涨大跌很常见，比特币大约每 10 天就有一天涨跌超过 5%。第四是它有趋势，涨起来容易接着涨，这个结论主要来自文献，表里这个数只是个直观的例子，样本不多。第五，它没有利润和分红，没法算估值，所以只能看价格本身。最后它全年不停地交易，适合交给程序。这几条合起来，就是我们选趋势跟踪、按波动率定仓位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趋势跟踪在高波动的资产上证据最多。商品期货有一百多年的数据，加密货币上 2021 年 RFS 的论文也证实了动量很强。我们复现的是 2025 年 Zarattini 等人的论文。不过也有反例，抄底类的规则近几年就不灵了。还有一点要注意：McLean 和 Pontiff 发现，策略一发表，收益平均会少一半以上。所以我们最关心的，是这篇论文发表之后它还灵不灵。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规则分三块。什么时候买：有 9 个长短不同的回看期，收盘价创出这段时间的新高，就买一份。什么时候卖：止损线放在这段时间最高价和最低价的中间，只往上挪，跌破就卖。买多少：波动越大买得越少。参数全是论文里的，我们一个都没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第二个策略换个思路：不写死规则，让 XGBoost 从 58 个简单特征里自己学，预测未来 24 小时会涨多少。它每周只用过去一年的数据重新训练，所以每一次预测都是对没见过的行情做的。另外只有预测涨幅超过两倍成本才买，免得被手续费吃掉。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第三个策略是我们自己加的。规则和论文完全一样，只是把论文里的几个数字交给 Freqtrade 的 hyperopt 去调，一共试了 500 组。调出来的结果是：回看期整体缩短一半、去掉最短的两个，止损线提高到 70% 的位置，也就是更早卖；目标波动率从 25% 提到 55%，也就是仓位更重。我们给它定的目标是：最大回撤不超过 20%，在这个前提下年化收益越高越好。关键是我们只拿论文样本期的数据去调，2025 年 3 月以后的行情调参时完全没碰，这样才能看出调出来的参数是真有用，还是只是把历史背下来了。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为了让结果可信，我们做了四件事。第一，手续费按每边 0.15% 算，还试了不收费和更贵的情况。第二，用 Freqtrade 自带的工具查有没有偷看未来：把后面的数据截掉重跑，逐笔比对买卖点。第三，不只和一直持有比，还和一个仓位一样大的持有组合比，这样风险是对齐的。第四，调参和检验用不同的时间段，2025 年 3 月以后的行情三个策略都没见过。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先看全区间。一直持有赚得最多，这没什么好说的，但它中间最多亏过 77%，一般人很难拿得住。论文原版平均只用了 17% 的钱，所以拿它和满仓持有比不公平。我们加了一条虚线，同样只放 17% 在币上一直拿着，它的年化是 10.3%，论文原版是 16.0%。最下面的橙线是机器学习，扣完手续费是亏的，后面单独说。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横轴是最大回撤，越往左越安全；纵轴是年化收益。一直持有在右上角，赚得多，但风险也大得多。论文原版在左边。和仓位一样大的持有组合比，它在差不多的风险下赚得更多，夏普也更高。机器学习在零线下面，扣完手续费是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这页是我们最想让大家看的。论文写完的时候，后面这段行情它是没见过的，算是一场真正的考试。这 19 个月比特币先涨后跌，一直拿着最多亏过 53%。论文原版赚了 5.1%，最多只亏了 14%，稳是真的稳；但和同等仓位的持有组合比，基本打平，没有多赚。这跟 McLean 和 Pontiff 说的一样，策略一公开，多赚的那部分往往就缩水了。当然 19 个月还不算长，我们也不敢把话说死。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这页看调参版到底靠不靠谱。左边是调参用的那段数据：年化 42.2%，最多只亏 19.6%，曲线非常漂亮，每年比同样仓位一直拿着多赚 23 个点。右边是调参时没见过的 19 个月：年化掉到 6.4%，只比同样仓位的持有多 1.6 个点，最多亏了 24.7%，还超过了我们调参时定的 20% 上限。说白了，500 组参数里挑出来的最好那组，多赚的部分大多是把历史行情背下来了。这也是我们主线用论文原版参数、不用调过的参数的原因。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回撤为什么小，看这张图就明白了。下面是论文原版在 BTC 上的仓位。涨的时候仓位一点点加上去，趋势一破就撤。2022 年比特币跌了七成多，它几乎一直在场外。代价是牛市里也只吃到一部分涨幅。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机器学习的结果挺有意思。虚线是不算手续费的净值，赚了 68%；实线是同样的买卖信号扣掉手续费，亏了 36%。它一年交易 227 笔，平均只拿 1.2 天，手续费一年就吃掉 13 个百分点；论文原版一年只交易 20 笔，手续费一年还不到 1 个点。所以模型不是完全没用，它是有一点预测能力的，只是每笔赚得太少，付不起手续费。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再补充几项检查。论文原版的手续费从 0 提到 0.5%，年化只少两三个点，结论不变。Freqtrade 自带的检查工具没有发现买卖点受未来数据影响。机器学习被工具标了有差异，我们一行一行查过，一是小数点后第 14 位的浮点误差，二是截断重跑时最后一根 K 线没有预测，其他每一行的预测和信号都完全一样。我们还自己用逐笔订单重算了净值，和 Freqtrade 的记录逐日对得上。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总结一下。论文原版在它的样本期里确实有效；发表以后还是很稳，但没比持有多赚。机器学习有一点预测能力，可是交易太勤，手续费把收益吃光了。调参版在调参用的数据上年化 42.2%，到了没见过的行情只剩 6.4%，纸面上漂亮的曲线靠不住。下一步我们想加资金费过滤、让机器学习少交易、试试做空、扩到更多币，并且放到模拟盘上实时跑。谢谢大家。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这页备用。780 个模型平均下来，最重要的是离最近 7 天、30 天高低点有多远，还有波动率，和论文规则用的是同一类信息；1 到 4 小时的短期特征几乎没用。模型能用的信息变化很慢，它却按小时进进出出，这就是手续费吃掉收益的原因。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22222"/>
                </a:solidFill>
                <a:latin typeface="Microsoft YaHei"/>
                <a:ea typeface="Microsoft YaHei"/>
              </a:rPr>
              <a:t>论文复刻VS机器学习？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B6B6B"/>
                </a:solidFill>
                <a:latin typeface="Microsoft YaHei"/>
                <a:ea typeface="Microsoft YaHei"/>
              </a:rPr>
              <a:t>在 Freqtrade 里回测 BTC、ETH 的现货策略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0"/>
            <a:ext cx="1097280" cy="640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OKX 现货 BTC/USDT、ETH/USDT ｜ 回测区间 2019-05 至 2026-10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icrosoft YaHei"/>
                <a:ea typeface="Microsoft YaHei"/>
              </a:rPr>
              <a:t>2026 年 10 月 22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数字货币有什么特点，适合什么策略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66928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特点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数据（2019-05 至 2026-10）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所以策略要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波动大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年化波动 BTC 63%、ETH 82%；沪深 300 18%、标普 500 20%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按波动率定仓位，波动越大买得越少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跌起来很深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 最多跌掉 77%，单日最多跌 40%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一定要有卖出规则，不能一直拿着硬扛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大涨大跌是常态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 平均 10 天就有 1 天涨跌超 5%；沪深 300 要 300 天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别做太短的周期，日线就够了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有趋势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 上月涨，下月平均涨 7.9%；上月跌，下月平均只涨 0.5%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顺着趋势做：创新高就买，跌破就卖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没有现金流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没有利润，也没有分红，算不出估值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基本面、估值类的方法用不上，主要看价格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全年不停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一年 365 天、一天 24 小时都在交易，没有涨跌停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交给程序自动执行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所以我们选：趋势跟踪 + 按波动率定仓位，只做多现货，日线低频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BTC、ETH：OKX 日线；沪深 300、标普 500：新浪财经（akshare）｜ “有趋势”一行是不重叠的 30 天区间，共 89 段，只作直观参考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文献里的证据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商品期货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：过去一年涨的，接下来还容易涨，一百多年的数据都是这样（Moskowitz 等 2012；Hurst 等 2017）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加密货币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：动量效应很强（Liu &amp; Tsyvinski 2021，RFS）；用均线能明显减少比特币的回撤（Detzel 等 2021）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我们复现的论文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：多个周期的通道突破，再按波动率定仓位，扣完手续费夏普还在 1.5 以上（Zarattini、Pagani &amp; Barbon 2025）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反例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：抄底类的规则 2022 年以后就不灵了（Quantpedia 2024）；很多技术指标换一段数据就失效（Hudson &amp; Urquhart 2021）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要小心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：策略发表以后，收益平均会少一半以上（McLean &amp; Pontiff 2016，JF）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我们想知道：这篇论文的参数一个不改，在它发表后的 19 个月里还灵不灵？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文献详见项目 docs/2026-10-20-策略文献调研.md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策略一：论文复现（TrendEnsemble）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什么时候买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一共 9 个回看期，从 5 天到 360 天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收盘价创出这段时间的新高，就买入一份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9 份各管各的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5112" y="150876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6459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什么时候卖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148840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止损线是这段时间最高价和最低价的中间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止损线只往上挪，不往下挪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收盘跌破止损线，就卖掉这一份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1584" y="150876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6459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买多少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48840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每份仓位 = 25% ÷ 最近 90 天的年化波动率，最多 2 倍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9 份取平均，现货不加杠杆，最多 100%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BTC、ETH 各分一半钱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每天收盘后算信号，第二天开盘成交；每天把仓位调到目标，差不到 5% 就不动，省手续费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参数全部照抄论文，没有在我们的数据上调过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策略二：机器学习（MLXGBoost）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667512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模型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：Freqtrade 自带的 FreqAI + XGBoost，做法参照 Bysik &amp; Ślepaczuk (2026)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预测什么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：未来 24 小时的平均涨幅，用 1 小时 K 线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看什么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：58 个简单特征，比如不同周期的涨跌幅、波动率、离最近高点低点有多远、成交量、几点钟、星期几，还有另一个币的同类特征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怎么训练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：每周用过去 365 天的数据重新训练一次，所以每次预测的都是模型没见过的行情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什么时候买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：预测涨幅超过一买一卖总成本的 2 倍（0.6%）才买；预测转负就卖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买多少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：25% ÷ 年化波动率，最多用到这个币的一半资金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43800" y="1600200"/>
            <a:ext cx="4069080" cy="30175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80" y="1737360"/>
            <a:ext cx="3703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为什么这样设计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0" y="2240280"/>
            <a:ext cx="370332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Jaquart 等 (2021)：预测周期太短，手续费会把收益吃光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Cakici 等 (2024)：模型再复杂，提升也不大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门槛和训练窗口事先定好，不看结果再改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策略三：调参版（TrendTuned）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94943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533"/>
                <a:gridCol w="1616148"/>
                <a:gridCol w="1616148"/>
                <a:gridCol w="226260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论文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调参后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试过的范围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目标波动率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10% 到 100%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算波动率用几天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90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90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30 到 180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回看期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5–360 天，9 个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10–180 天，7 个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长度 ×0.5 到 ×1.25，最短的可去掉 0–4 个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止损线位置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中间（50%）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70%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30% 到 70%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69494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规则一点没变，只改了论文里的几个数字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调出来的结果：回看期更短，止损更早，仓位更重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508760"/>
            <a:ext cx="3840480" cy="3429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6459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怎么调的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3474720" cy="2697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用 Freqtrade 自带的 hyperopt，试了 500 组参数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只用 2019-05 到 2025-03 的数据，也就是论文的样本期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目标：最大回撤不超过 20%，年化收益越高越好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2025-03 以后的数据调参时一点没碰，留着检验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怎么保证结果可信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663439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检验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怎么做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 算手续费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每边 0.15%；另外测了 0、0.25%、0.5%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论文原版：成本翻 3 倍多，年化还有 14.0%；机器学习：扣完手续费由赚变亏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 不偷看未来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用 Freqtrade 的 lookahead-analysis：把后面的数据截掉重跑，逐笔比对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 个策略各抽查 20 笔交易，买卖点全部一致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 和一直持有比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BTC、ETH、各一半，外加“同等仓位持有”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仓位一样的情况下，论文原版年化 16.0%，持有 10.3%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 调参和检验分开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以论文样本截止日 2025-03-15 为界；调参版只用之前的数据调；机器学习每周滚动训练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2025-03 以后的结果，三个策略都没见过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</a:rPr>
              <a:t>另外：自己用逐笔订单重算净值，和 Freqtrade 账户记录逐日对比，最大差异 论文原版 0.08%、机器学习 0.12%、调参版 0.15%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全区间收益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2296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4924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蓝色虚线和论文原版仓位一样（17%），论文原版每年比它多赚约 6 个点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6840" y="1463040"/>
            <a:ext cx="2651760" cy="3886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103120"/>
            <a:ext cx="2286000" cy="3154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论文原版：年化 </a:t>
            </a: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16.0%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，最多亏 </a:t>
            </a: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16.8%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各半持有：年化 43.6%，最多亏 77.1%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论文原版平均只用了 </a:t>
            </a: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17%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 的钱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只放 17% 在币上一直拿着：年化 10.3%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Microsoft YaHei"/>
                <a:ea typeface="Microsoft YaHei"/>
              </a:rPr>
              <a:t>橙线是机器学习，后面单独讲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收益和风险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isk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23314" cy="4846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600200"/>
          <a:ext cx="4343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475"/>
                <a:gridCol w="784225"/>
                <a:gridCol w="784225"/>
                <a:gridCol w="603250"/>
                <a:gridCol w="78422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论文原版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13.0%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-0.31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-48.7%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同等仓位（17%）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10.3%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-19.7%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各半持有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69.3%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0.88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-77.1%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-76.6%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论文发表后的表现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st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229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8229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一直持有像坐过山车；论文原版几乎是一条平线，但和同等仓位持有（浅蓝）差不多重合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14630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2025-03 以后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15400" y="2011680"/>
          <a:ext cx="2743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总收益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论文原版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+5.1%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-14.3%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+5.1%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-13.3%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-53.0%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-14.8%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-25.5%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15400" y="4434840"/>
            <a:ext cx="2743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回撤还是小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但没比同等仓位持有多赚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符合“发表后收益缩水”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调参版：样本内 vs 样本外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229600" cy="35661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5400" y="1463040"/>
          <a:ext cx="274319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17"/>
                <a:gridCol w="726141"/>
                <a:gridCol w="726141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样本内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样本外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调参版 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调参版 最大回撤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-19.6%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-24.7%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论文原版 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 年化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15400" y="4114800"/>
            <a:ext cx="27432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和同等仓位持有比：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样本内每年多赚 </a:t>
            </a: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23 个点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样本外只多 </a:t>
            </a: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1.6 个点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样本外最多亏 24.7%，超过了 20% 的上限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2022 年熊市里的仓位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nd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22960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06840" y="1463040"/>
            <a:ext cx="2651760" cy="3886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2103120"/>
            <a:ext cx="2286000" cy="3154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涨的时候一点点加仓，跌破止损就撤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2022 年几乎一直空仓或者轻仓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平均仓位 17%，最高 66%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代价是牛市里也只吃到一部分涨幅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机器学习：手续费的影响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98079" cy="3249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09160"/>
            <a:ext cx="7498079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同样的买卖信号，不算手续费赚 68%，算上手续费亏 36%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一年交易 227 笔，平均只拿 1.2 天；7.5 年手续费一共 8,541 USDT，相当于本金的 85%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和 Jaquart 等 (2021) 一样：扣费前赚，扣费后亏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Bysik 等 (2026) 说加了成本门槛就能赚，我们照着做了，没能复现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21040" y="1600200"/>
          <a:ext cx="3337557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19"/>
                <a:gridCol w="960119"/>
                <a:gridCol w="960119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论文原版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每年交易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20 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227 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平均持仓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29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胜率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不计成本年化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7.2%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计成本年化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成本每年吃掉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0.8 个点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12.9 个点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5349240"/>
            <a:ext cx="33375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胜率高不代表赚钱：论文原版靠少数几笔大赚，机器学习每笔赚得太少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稳健性检验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548639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547"/>
                <a:gridCol w="1347536"/>
                <a:gridCol w="1058778"/>
                <a:gridCol w="134753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每边成本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0（不计成本）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-15.2%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0.15%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-17.8%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0.50%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14.0%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1.08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-20.2%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表里是论文原版 2019-05 至 2026-10 的结果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5257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手续费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：成本从 0 提到 0.5%，年化只从 16.8% 降到 14.0%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偷看未来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：三个策略各抽查 20 笔交易，截断重跑，买卖点都一致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机器学习的“有差异”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：逐行查过，只是浮点误差，加上截断处最后一根 K 线没出预测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预热长度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：用 460 根和 999 根 K 线预热，结果完全一样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训练不越界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：机器学习每次训练都会丢掉最后 24 根 K 线，因为它们的答案要用到之后的价格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净值核对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：自己用逐笔订单重算的净值和 Freqtrade 的账户记录对得上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结论和下一步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1F4E79"/>
                </a:solidFill>
                <a:latin typeface="Microsoft YaHei"/>
                <a:ea typeface="Microsoft YaHei"/>
              </a:rPr>
              <a:t>结论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1. 论文原版在 2019 到 2025 年是有效的：仓位一样的情况下，年化 19.8%，持有只有 12.3%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2. 论文发表后：最多只亏 14.3%，还是很稳；但没比持有多赚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3. 机器学习：不算手续费年化 7.2%，算上手续费 -5.8%，交易太勤，钱都给了手续费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4. 调参版：样本内年化 42.2%，样本外只有 6.4%，纸面漂亮靠不住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554480"/>
            <a:ext cx="44348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91640"/>
            <a:ext cx="4069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194560"/>
            <a:ext cx="40690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资金费过滤：过热时降仓（BIS 2023）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机器学习：预测更长的周期，少交易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用永续合约做空，熊市也能赚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扩到论文里的 20 个币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在 Freqtrade 模拟盘上实时跑，和回测对比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附录：机器学习看重哪些特征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98079" cy="41989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600200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103120"/>
            <a:ext cx="29718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最有用的是变化慢的：离最近 7 天、30 天高低点有多远，还有波动率，和论文规则用的是同一类信息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1 到 4 小时的涨跌幅、成交量几乎没用，各占 0.5% 左右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另一个币的特征占了一半：BTC 和 ETH 一起涨跌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有用的信息变得慢，它却交易得快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，所以被手续费吃掉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780 个滚动训练的模型（390 周 × 2 个币）平均下来的特征重要性，按信息增益算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