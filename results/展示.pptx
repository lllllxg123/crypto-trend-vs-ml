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大家好。今天讲的问题很简单：一篇 2025 年发表的加密货币策略论文，我们把规则原样搬进开源交易软件 Freqtrade，在论文发表之后的真实行情里，它还灵不灵？另外我们还做了一个机器学习版本作为对照。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选趋势跟踪是因为它在高波动资产上证据最多：商品期货上有百年证据，加密货币上 2021 年 RFS 的论文也证实了很强的动量。我们复现的是 2025 年 Zarattini 等人的论文。同时要提醒：McLean 和 Pontiff 发现策略发表后收益平均会下降一半以上，所以发表后的检验才是关键。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规则分三块。买：9 个不同长度的回看期，收盘价创新高就开一份。卖：止损线是区间高低点的中点，只升不降，跌破就平。买多少：按波动率定仓位，波动越大仓位越小。所有参数都是论文里的，我们一个都没改，这样就不存在拿数据调参数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备份策略换一个思路：不写死规则，让 XGBoost 从 58 个简单特征里自己学，预测未来 24 小时的涨幅。关键是滚动训练：每周只用过去一年的数据重训，所以每一次预测都是对没见过的未来做的。另外只有预测涨幅超过两倍成本才交易，避免被手续费吃掉。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为了让结果可信，我们做了四件事。手续费：按每边 0.15% 算，还测了不收费和更贵的情况。偷看未来：用 Freqtrade 自带的工具，把后面的数据截掉重跑，逐笔比对买卖点，两个策略都一致。对比：不只比一直持有，还比了一个同等仓位的持有组合，这样风险是对齐的。样本内外：主策略以论文样本截止日为界分开看；机器学习每周只用过去的数据重训，本身就全程是样本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先看全区间。一直持有的收益远高于论文规则，这是事实，但它中间最多亏了 77%。论文规则平均只用了 17% 的资金，所以公平的比较对象是同样只放 17% 在币上的组合，它的年化是 10.3%，论文规则是 16.0%。最下面的橙线是机器学习，扣费后是亏的，后面单独讲。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横轴是最大回撤，越往左越安全；纵轴是年化收益。一直持有在右上角，收益高但风险极大。论文规则在左边。和同等仓位的持有组合比，论文规则在同样风险下收益更高，夏普也更高。机器学习在零线以下，扣费后是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这是最关键的一页。论文样本截止后的 19 个月，BTC 先涨后跌，持有的人最多亏了 53%。论文规则赚了 5.1%，最大回撤只有 14%。但和同等仓位持有比，收益基本打平：风险控制依然有效，超额收益没了。这正好印证了 McLean 和 Pontiff 的发现。19 个月样本还短，结论要谨慎。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回撤小的原因在这张图：下面是论文规则在 BTC 上的仓位。上涨趋势里仓位逐步加上去，趋势一破就撤。2022 年熊市几乎全程在场外。代价是牛市里也只拿到一部分涨幅。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机器学习的结果很有意思。虚线是不计成本的净值，赚了 68%；实线是同样的买卖信号扣掉成本，亏了 36%。它每年交易 227 笔，平均只持有 1.2 天，成本每年吃掉约 13 个百分点；论文规则每年只交易 20 笔，成本每年不到 1 个点。所以模型不是完全没用，胜率有 53%，但它每笔赚得太少，付不起成本。这和 Jaquart 等人 2021 年的发现一样。Bysik 等人 2026 年说加成本门槛就能赚，我们照这个思路做了，没有复现出来。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补充几项稳健性检验。主策略的成本从 0 提到 0.5%，年化只少两三个百分点，结论不变。Freqtrade 的两个检查工具都没有发现买卖点被未来数据影响。机器学习被工具标了有差异，我们逐行查过：一是相似度指标在小数点后第 14 位的浮点误差，二是截断重跑时最后一根 K 线没有预测，其余每一行的预测和信号都完全一样。机器学习训练时，窗口最后 24 根 K 线的标签要用到之后的价格，FreqAI 会自动丢掉，我们在日志里确认过。我们还用逐笔订单独立重算了净值，和 Freqtrade 自己的记录逐日对得上。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：论文规则在样本期内确实有效；发表之后风险控制还在，但超额收益没了。机器学习有一点预测力，但交易太频繁，成本把收益吃光了。下一步可以加资金费过滤、给机器学习降低换手、做空、扩到更多币种，并让它在模拟盘上实时跑起来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这一页备用。780 个滚动训练的模型平均下来，最重要的特征是离近 7 天、30 天高低点的距离和波动率，和论文规则用的是同一类信息；1 到 4 小时的短期特征几乎没用。模型能用的信息变化很慢，却按小时进出，这就是成本吃掉收益的原因。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22222"/>
                </a:solidFill>
                <a:latin typeface="Microsoft YaHei"/>
                <a:ea typeface="Microsoft YaHei"/>
              </a:rPr>
              <a:t>论文说的，发表后还灵吗？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88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6B6B6B"/>
                </a:solidFill>
                <a:latin typeface="Microsoft YaHei"/>
                <a:ea typeface="Microsoft YaHei"/>
              </a:rPr>
              <a:t>在 Freqtrade 中复现 2025 年的加密货币趋势策略，并与机器学习策略对比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0"/>
            <a:ext cx="1097280" cy="640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BTC/USDT、ETH/USDT 现货 ｜ OKX ｜ 回测区间 2019-05 至 2026-10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Microsoft YaHei"/>
                <a:ea typeface="Microsoft YaHei"/>
              </a:rPr>
              <a:t>2026 年 10 月 22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研究依据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为什么选趋势跟踪：高波动资产上证据最多的策略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期货（含商品）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：过去 12 个月涨跌能预测未来，百年样本都成立 —— Moskowitz, Ooi &amp; Pedersen (2012)；Hurst, Ooi &amp; Pedersen (2017)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加密货币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：时间序列动量很强 —— Liu &amp; Tsyvinski (2021, RFS)；均线规则明显降低比特币回撤 —— Detzel 等 (2021)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最新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：多周期通道突破 + 按波动率定仓位，扣费后夏普 &gt; 1.5 —— Zarattini, Pagani &amp; Barbon (2025)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反面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：抄底类规则在 2022 年后失效 —— Quantpedia (2024)；大批技术指标在比特币样本外失灵 —— Hudson &amp; Urquhart (2021)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  <a:ea typeface="Microsoft YaHei"/>
              </a:rPr>
              <a:t>提醒</a:t>
            </a: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</a:rPr>
              <a:t>：策略发表后收益平均下降一半以上 —— McLean &amp; Pontiff (2016, JF)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我们的问题：2025 年论文的规则一个参数都不改，论文样本截止（2025-03）之后的 19 个月还有效吗？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文献详见项目 docs/2026-10-20-策略文献调研.md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策略一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主策略 TrendEnsemble：照抄论文规则，一个参数都没调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5204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什么时候买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回看期共 9 个，从 5 天到 360 天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收盘价创出该回看期的新高 → 这一份开仓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9 份各自独立进出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1600200"/>
            <a:ext cx="35204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73736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什么时候卖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40280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止损线 = 回看期内最高与最低收盘价的中点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止损线只升不降（移动止损）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收盘价跌破止损线 → 这一份平仓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4" y="1600200"/>
            <a:ext cx="35204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73736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买多少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240280"/>
            <a:ext cx="31546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每份权重 = min(25% ÷ 近 90 天年化波动率, 2)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9 份取平均；现货不加杠杆，封顶 100%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BTC、ETH 各占一半资金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日线运行：每天 UTC 0 点收盘后算信号，下一根开盘成交；每天把仓位调到目标，偏差小于 5% 不动（降低换手）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参数全部来自论文，没有在我们的数据上优化过 —— 所以不存在“调参凑曲线”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策略二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备份策略 MLXGBoost：让机器学习自己找规律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67512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模型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：Freqtrade 自带的 FreqAI + XGBoost，参照 Bysik &amp; Ślepaczuk (2026)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预测什么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：未来 24 小时的平均涨幅（1 小时 K 线）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看什么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：58 个简单特征 —— 多周期涨跌幅、波动率、离区间高低点的距离、量比、几点钟、星期几，以及另一个币的同类特征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怎么训练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：每周用过去 365 天重新训练一次 → 每次预测的都是模型没见过的未来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什么时候买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：预测涨幅 &gt; 2 × 一买一卖总成本（0.6%）才买；预测转负就卖；模型没见过的行情不交易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买多少</a:t>
            </a: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：min(25% ÷ 年化波动率, 1) × 该币一半资金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600200"/>
            <a:ext cx="4069080" cy="301752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1737360"/>
            <a:ext cx="3703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为什么这样设计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2240280"/>
            <a:ext cx="370332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Jaquart 等 (2021)：预测太短期，手续费会吃光收益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Cakici 等 (2024)：复杂模型提升有限，简单特征才有用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门槛和训练窗口事先定死，不看结果调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检验方法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让结果可信的四件事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663439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检验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怎么做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 手续费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每边 0.15%；另测 0、0.25%、0.5%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主策略：成本提高到 3 倍多，年化仍有 14.0%；机器学习：扣费后由盈转亏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 不偷看未来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Freqtrade 的 lookahead-analysis：截掉后面的数据重跑，逐笔比对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两个策略各抽查 20 笔交易，买卖点全部一致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 和一直持有比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BTC、ETH、各半持有，外加“同等仓位持有”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同等风险下，主策略年化 16.0% vs 10.3%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 样本内外分开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以论文样本截止日 2025-03-15 为界；机器学习每周滚动重训，全程样本外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发表后：主策略年化 3.1%，与同等仓位持有 3.2% 打平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YaHei"/>
                <a:ea typeface="Microsoft YaHei"/>
              </a:rPr>
              <a:t>另外：用逐笔订单独立重算净值，与 Freqtrade 自己的账户记录逐日对比，最大差异 0.08%（主策略）、0.12%（机器学习）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结果一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全区间：收益只有持有的零头，但回撤小得多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u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82296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8229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公平的比较：蓝色虚线同样只放 17% 在币上，论文规则每年比它多赚约 6 个百分点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6840" y="1463040"/>
            <a:ext cx="2651760" cy="3886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20" y="16002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103120"/>
            <a:ext cx="2286000" cy="3154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论文规则：年化 </a:t>
            </a: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16.0%</a:t>
            </a: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，最大回撤 </a:t>
            </a: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-16.8%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各半持有：年化 43.6%，最大回撤 -77.1%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论文规则平均只用了 </a:t>
            </a: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17%</a:t>
            </a: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 的资金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同样只放 17% 在币上：年化 10.3%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B6B6B"/>
                </a:solidFill>
                <a:latin typeface="Microsoft YaHei"/>
                <a:ea typeface="Microsoft YaHei"/>
              </a:rPr>
              <a:t>橙线：机器学习，见第 10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结果二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收益和风险放在一起看：同样的风险，论文规则赚得更多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sk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23314" cy="48463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600200"/>
          <a:ext cx="4343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475"/>
                <a:gridCol w="784225"/>
                <a:gridCol w="784225"/>
                <a:gridCol w="603250"/>
                <a:gridCol w="784225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年化波动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论文规则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13.0%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-16.8%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-5.8%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15.2%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-0.31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-48.7%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同等仓位（17%）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10.3%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11.7%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-19.7%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各半持有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43.6%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69.3%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0.88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-77.1%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持有 BTC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43.6%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61.7%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-76.6%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结果三：真正的样本外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论文发表之后：风险控制还在，超额收益没了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t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822960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66360"/>
            <a:ext cx="8229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持有的人坐了一趟过山车；论文规则几乎是一条直线，但和同等仓位持有（浅蓝）基本重合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4630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2025-03 之后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915400" y="2011680"/>
          <a:ext cx="2743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822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总收益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论文规则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+5.1%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-14.3%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同等仓位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+5.1%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-13.3%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持有 BTC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-53.0%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-14.8%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-25.5%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15400" y="4434840"/>
            <a:ext cx="27432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论文规则与同等仓位打平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超额收益消失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印证文献中的“发表后衰减”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结果四：为什么回撤小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2022 年熊市：价格跌了 77%，论文规则基本在场外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end_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822960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463040"/>
            <a:ext cx="2651760" cy="3886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16002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看点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2103120"/>
            <a:ext cx="2286000" cy="3154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上涨趋势里逐步加仓，跌破止损就撤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2022 年几乎全程空仓或小仓位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平均仓位 17%，最高 66%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代价：牛市里也只拿到一部分涨幅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结果五：策略二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机器学习：扣费前赚 68%，扣费后亏 36%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498079" cy="3249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54880"/>
            <a:ext cx="7498079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同样的买卖信号，只差成本：一年交易 227 笔，平均只拿 1.2 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7.5 年手续费合计 8,541 USDT，相当于本金的 85%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与 Jaquart 等 (2021) 一致：扣费前赚、扣费后亏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Bysik 等 (2026) 称加了成本门槛就能赚，我们照这个思路做了，没能复现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21040" y="1600200"/>
          <a:ext cx="3337557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19"/>
                <a:gridCol w="960119"/>
                <a:gridCol w="960119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论文规则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每年交易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20 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227 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平均持仓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29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胜率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53%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不计成本年化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7.2%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计成本年化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-5.8%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成本每年吃掉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0.8 个点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12.9 个点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040" y="5349240"/>
            <a:ext cx="33375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胜率高不等于赚钱：论文规则靠少数大赚，机器学习每笔赚得太少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补充检验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稳健性：主策略不怕手续费，检查工具也没发现问题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548639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547"/>
                <a:gridCol w="1347536"/>
                <a:gridCol w="1058778"/>
                <a:gridCol w="1347536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每边成本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0（不计成本）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-15.2%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0.15%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1.21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-16.8%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15.5%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-17.8%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0.50%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14.0%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1.08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-20.2%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5486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表中为主策略（论文规则）2019-05 至 2026-10 的结果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25780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手续费</a:t>
            </a: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：每边成本从 0 提到 0.5%，年化从 16.8% 降到 14.0%，因为日线策略换手低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偷看未来</a:t>
            </a: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：lookahead-analysis 截掉后面的数据重跑，两个策略各 20 笔交易的买卖点全部一致。机器学习被工具标为有差异，逐行查过只是小数点后第 14 位的浮点误差，外加截断处最后一根 K 线没出预测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预热长度</a:t>
            </a: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：recursive-analysis 用 460 和 999 根 K 线预热，指标完全一致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训练不越界</a:t>
            </a: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：机器学习每次训练都丢掉窗口最后 24 根 K 线，因为它们的标签要用到窗口之后的价格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</a:rPr>
              <a:t>净值核对</a:t>
            </a: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：逐笔订单重算 vs Freqtrade 账户记录，最大差异 0.08%（主策略）、0.12%（机器学习）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结论与下一步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400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1F4E79"/>
                </a:solidFill>
                <a:latin typeface="Microsoft YaHei"/>
                <a:ea typeface="Microsoft YaHei"/>
              </a:rPr>
              <a:t>结论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1. 论文规则在 2019–2025 有效：同等风险下年化 19.8% vs 12.3%，回撤不到持有的 1/4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2. 论文发表后：最大回撤依旧只有 14.3%，但超额收益消失，和文献的“发表后衰减”一致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3. 机器学习：扣费前年化 7.2%，扣费后 -5.8%。交易太频繁，成本吃掉了全部收益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4. 所有结果都扣了成本、做了未来数据检查、分了样本内外，代码可复现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600200"/>
            <a:ext cx="44348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737360"/>
            <a:ext cx="4069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240280"/>
            <a:ext cx="40690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资金费过滤：溢价过高时降仓（BIS 2023）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机器学习：拉长预测周期、降低换手，再用新数据检验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用永续合约做空，熊市也能赚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扩到论文的 20 个币轮动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Freqtrade 模拟盘实时运行，与回测对比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Microsoft YaHei"/>
                <a:ea typeface="Microsoft YaHei"/>
              </a:rPr>
              <a:t>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附：机器学习最看重哪些特征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498079" cy="41989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463040"/>
            <a:ext cx="3337560" cy="41148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600200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看点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297180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最有用的是慢变量：离近 7 天、30 天高低点的距离和波动率，和论文规则用的是同一类信息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1–4 小时的涨跌幅、量比几乎没用，各约 0.5%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另一个币的特征占一半重要性：BTC 和 ETH 联动很强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信息是慢的，交易却是快的</a:t>
            </a: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 —— 这就是成本吃掉收益的原因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780 个滚动模型（390 周 × 2 个币）的平均特征重要性，按信息增益计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